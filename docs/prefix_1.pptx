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17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1188720"/>
            <a:ext cx="5669280" cy="5669280"/>
          </a:xfrm>
          <a:prstGeom prst="ellipse">
            <a:avLst/>
          </a:prstGeom>
          <a:solidFill>
            <a:srgbClr val="5637A6">
              <a:alpha val="78000"/>
            </a:srgbClr>
          </a:solidFill>
          <a:ln w="12700">
            <a:solidFill>
              <a:srgbClr val="24174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52560" y="3108960"/>
            <a:ext cx="4389120" cy="4389120"/>
          </a:xfrm>
          <a:prstGeom prst="ellipse">
            <a:avLst/>
          </a:prstGeom>
          <a:solidFill>
            <a:srgbClr val="3AAFA0">
              <a:alpha val="30000"/>
            </a:srgbClr>
          </a:solidFill>
          <a:ln w="12700">
            <a:solidFill>
              <a:srgbClr val="24174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777240"/>
            <a:ext cx="1737360" cy="310896"/>
          </a:xfrm>
          <a:prstGeom prst="roundRect">
            <a:avLst>
              <a:gd name="adj" fmla="val 29412"/>
            </a:avLst>
          </a:prstGeom>
          <a:solidFill>
            <a:srgbClr val="7047E8"/>
          </a:solidFill>
          <a:ln w="8890">
            <a:solidFill>
              <a:srgbClr val="7047E8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79552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智慧教育与科普创作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150876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智学研途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749808" y="2395728"/>
            <a:ext cx="6766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D9C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个性化学习平台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768096" y="3163824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E4DF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让每一次提问都能回到资料，让每一道错题都成为进步的起点。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8096" y="4160520"/>
            <a:ext cx="1417320" cy="384048"/>
          </a:xfrm>
          <a:prstGeom prst="roundRect">
            <a:avLst>
              <a:gd name="adj" fmla="val 23810"/>
            </a:avLst>
          </a:prstGeom>
          <a:solidFill>
            <a:srgbClr val="34255F"/>
          </a:solidFill>
          <a:ln w="10160">
            <a:solidFill>
              <a:srgbClr val="8271B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4187952"/>
            <a:ext cx="1271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RAG资料问答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331720" y="4160520"/>
            <a:ext cx="1600200" cy="384048"/>
          </a:xfrm>
          <a:prstGeom prst="roundRect">
            <a:avLst>
              <a:gd name="adj" fmla="val 23810"/>
            </a:avLst>
          </a:prstGeom>
          <a:solidFill>
            <a:srgbClr val="34255F"/>
          </a:solidFill>
          <a:ln w="10160">
            <a:solidFill>
              <a:srgbClr val="8271B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04872" y="4187952"/>
            <a:ext cx="1453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错题举一反三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096512" y="4160520"/>
            <a:ext cx="1188720" cy="384048"/>
          </a:xfrm>
          <a:prstGeom prst="roundRect">
            <a:avLst>
              <a:gd name="adj" fmla="val 23810"/>
            </a:avLst>
          </a:prstGeom>
          <a:solidFill>
            <a:srgbClr val="34255F"/>
          </a:solidFill>
          <a:ln w="10160">
            <a:solidFill>
              <a:srgbClr val="8271B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69664" y="4187952"/>
            <a:ext cx="1042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知识图谱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31536" y="4160520"/>
            <a:ext cx="1737360" cy="384048"/>
          </a:xfrm>
          <a:prstGeom prst="roundRect">
            <a:avLst>
              <a:gd name="adj" fmla="val 23810"/>
            </a:avLst>
          </a:prstGeom>
          <a:solidFill>
            <a:srgbClr val="34255F"/>
          </a:solidFill>
          <a:ln w="10160">
            <a:solidFill>
              <a:srgbClr val="8271B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04688" y="4187952"/>
            <a:ext cx="1591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用户画像与计划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646920" y="1965960"/>
            <a:ext cx="868680" cy="868680"/>
          </a:xfrm>
          <a:prstGeom prst="ellipse">
            <a:avLst/>
          </a:prstGeom>
          <a:solidFill>
            <a:srgbClr val="7047E8">
              <a:alpha val="92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46920" y="2261311"/>
            <a:ext cx="86868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0744200" y="2743200"/>
            <a:ext cx="658368" cy="658368"/>
          </a:xfrm>
          <a:prstGeom prst="ellipse">
            <a:avLst/>
          </a:prstGeom>
          <a:solidFill>
            <a:srgbClr val="7047E8">
              <a:alpha val="92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744200" y="2967045"/>
            <a:ext cx="658368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555480" y="3657600"/>
            <a:ext cx="749808" cy="749808"/>
          </a:xfrm>
          <a:prstGeom prst="ellipse">
            <a:avLst/>
          </a:prstGeom>
          <a:solidFill>
            <a:srgbClr val="35B7A5">
              <a:alpha val="92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55480" y="3912535"/>
            <a:ext cx="749808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549640" y="2834640"/>
            <a:ext cx="658368" cy="658368"/>
          </a:xfrm>
          <a:prstGeom prst="ellipse">
            <a:avLst/>
          </a:prstGeom>
          <a:solidFill>
            <a:srgbClr val="7047E8">
              <a:alpha val="92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49640" y="3058485"/>
            <a:ext cx="658368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画像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0469880" y="4572000"/>
            <a:ext cx="713232" cy="713232"/>
          </a:xfrm>
          <a:prstGeom prst="ellipse">
            <a:avLst/>
          </a:prstGeom>
          <a:solidFill>
            <a:srgbClr val="7047E8">
              <a:alpha val="92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469880" y="4814499"/>
            <a:ext cx="713232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成长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0287000" y="2560320"/>
            <a:ext cx="484632" cy="292608"/>
          </a:xfrm>
          <a:prstGeom prst="line">
            <a:avLst/>
          </a:prstGeom>
          <a:noFill/>
          <a:ln w="17780">
            <a:solidFill>
              <a:srgbClr val="A99ADC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10881360" y="3383280"/>
            <a:ext cx="-685800" cy="411480"/>
          </a:xfrm>
          <a:prstGeom prst="line">
            <a:avLst/>
          </a:prstGeom>
          <a:noFill/>
          <a:ln w="17780">
            <a:solidFill>
              <a:srgbClr val="A99ADC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692640" y="3749040"/>
            <a:ext cx="-457200" cy="-502920"/>
          </a:xfrm>
          <a:prstGeom prst="line">
            <a:avLst/>
          </a:prstGeom>
          <a:noFill/>
          <a:ln w="17780">
            <a:solidFill>
              <a:srgbClr val="A99ADC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10287000" y="4389120"/>
            <a:ext cx="365760" cy="201168"/>
          </a:xfrm>
          <a:prstGeom prst="line">
            <a:avLst/>
          </a:prstGeom>
          <a:noFill/>
          <a:ln w="17780">
            <a:solidFill>
              <a:srgbClr val="A99ADC"/>
            </a:solidFill>
            <a:prstDash val="solid"/>
            <a:headEnd type="none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768096" y="615391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B6A9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作品汇报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966960" y="615391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D4C9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StudyPath AI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StudyPath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智学研途——AI个性化学习平台</dc:title>
  <dc:subject>智慧教育作品汇报</dc:subject>
  <dc:creator>智学研途 StudyPath AI</dc:creator>
  <cp:lastModifiedBy>智学研途 StudyPath AI</cp:lastModifiedBy>
  <cp:revision>1</cp:revision>
  <dcterms:created xsi:type="dcterms:W3CDTF">2026-10-23T14:30:59Z</dcterms:created>
  <dcterms:modified xsi:type="dcterms:W3CDTF">2026-10-23T14:30:59Z</dcterms:modified>
</cp:coreProperties>
</file>