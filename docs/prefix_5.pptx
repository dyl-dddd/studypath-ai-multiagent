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188720"/>
            <a:ext cx="5669280" cy="5669280"/>
          </a:xfrm>
          <a:prstGeom prst="ellipse">
            <a:avLst/>
          </a:prstGeom>
          <a:solidFill>
            <a:srgbClr val="5637A6">
              <a:alpha val="78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3108960"/>
            <a:ext cx="4389120" cy="4389120"/>
          </a:xfrm>
          <a:prstGeom prst="ellipse">
            <a:avLst/>
          </a:prstGeom>
          <a:solidFill>
            <a:srgbClr val="3AAFA0">
              <a:alpha val="30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77240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95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智慧教育与科普创作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39572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D9C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个性化学习平台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68096" y="316382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4DF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让每一次提问都能回到资料，让每一道错题都成为进步的起点。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" y="416052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18795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RAG资料问答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416052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418795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错题举一反三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96512" y="416052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9664" y="418795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31536" y="416052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41879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用户画像与计划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46920" y="1965960"/>
            <a:ext cx="868680" cy="868680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2261311"/>
            <a:ext cx="868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744200" y="274320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44200" y="296704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55480" y="3657600"/>
            <a:ext cx="749808" cy="749808"/>
          </a:xfrm>
          <a:prstGeom prst="ellipse">
            <a:avLst/>
          </a:prstGeom>
          <a:solidFill>
            <a:srgbClr val="35B7A5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3912535"/>
            <a:ext cx="74980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49640" y="283464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305848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69880" y="4572000"/>
            <a:ext cx="713232" cy="713232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9880" y="4814499"/>
            <a:ext cx="71323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287000" y="2560320"/>
            <a:ext cx="484632" cy="29260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881360" y="3383280"/>
            <a:ext cx="-685800" cy="41148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92640" y="3749040"/>
            <a:ext cx="-457200" cy="-50292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287000" y="4389120"/>
            <a:ext cx="365760" cy="20116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68096" y="6153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6A9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作品汇报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66960" y="61539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4C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StudyPath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学习痛点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从“能回答”走向“会学习”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学习工具很多，但学生仍常遇到四个断点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057400"/>
            <a:ext cx="292608" cy="292608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2039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资料难找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4963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课程文件分散，定位知识点耗时。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745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2057400"/>
            <a:ext cx="292608" cy="292608"/>
          </a:xfrm>
          <a:prstGeom prst="ellipse">
            <a:avLst/>
          </a:prstGeom>
          <a:solidFill>
            <a:srgbClr val="35B7A5"/>
          </a:solidFill>
          <a:ln w="1270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2039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答案难核对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45936" y="24963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通用回答不一定贴合课程资料，来源不清晰。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657600"/>
            <a:ext cx="292608" cy="2926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36393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错题被搁置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" y="40965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做完只看对错，缺少变式练习检验迁移。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4747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7648" y="3657600"/>
            <a:ext cx="292608" cy="292608"/>
          </a:xfrm>
          <a:prstGeom prst="ellipse">
            <a:avLst/>
          </a:prstGeom>
          <a:solidFill>
            <a:srgbClr val="9071D6"/>
          </a:solidFill>
          <a:ln w="12700">
            <a:solidFill>
              <a:srgbClr val="9071D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36393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计划不适配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45936" y="40965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学习进度与薄弱点不同，统一安排不够精准。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927080" cy="713232"/>
          </a:xfrm>
          <a:prstGeom prst="roundRect">
            <a:avLst>
              <a:gd name="adj" fmla="val 20513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5431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作品目标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5404104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把资料、答疑、错题、知识结构与个人学习计划连成一个持续改进的学习过程。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一条闭环：识别学情，持续改进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1615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上传资料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个人课程内容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8775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8036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071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检索问答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4495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资料依据 / 拓展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8231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7492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0527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练习检测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951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掌握情况反馈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7687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6948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4E8FF"/>
          </a:solidFill>
          <a:ln w="8890">
            <a:solidFill>
              <a:srgbClr val="E5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9983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错题变式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3407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举一反三训练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7143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6404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9439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画像计划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2863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推荐课程与节奏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" y="4160520"/>
            <a:ext cx="1024128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4440" y="4370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14600" y="4315968"/>
            <a:ext cx="8321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学习数据 → 发现薄弱点 → 安排适合的课程与练习 → 用新的学习结果更新画像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103120" y="5596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让系统的每次推荐都能服务于下一步学习，而不只停留在一次问答。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01 · 智能问答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RAG：回答围绕用户自己的资料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66928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pic>
        <p:nvPicPr>
          <p:cNvPr id="8" name="Image 0" descr="D:/Personal/Temp/codex-clipboard-ea76d17f-427d-4470-87f8-b3eb6cd9fd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81912"/>
            <a:ext cx="5449824" cy="31729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965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问答界面：资料库模式可查看回答引用的原文与页码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20840" y="1600200"/>
            <a:ext cx="480060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31152" y="1865376"/>
            <a:ext cx="438912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22592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71232" y="17190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用户上传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71232" y="2039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DOCX / TXT / Markdown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20840" y="2743200"/>
            <a:ext cx="480060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31152" y="3008376"/>
            <a:ext cx="438912" cy="310896"/>
          </a:xfrm>
          <a:prstGeom prst="roundRect">
            <a:avLst>
              <a:gd name="adj" fmla="val 29412"/>
            </a:avLst>
          </a:prstGeom>
          <a:solidFill>
            <a:srgbClr val="35B7A5"/>
          </a:solidFill>
          <a:ln w="889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22592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71232" y="28620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解析与检索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71232" y="3182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分块、向量化、召回并重排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20840" y="3886200"/>
            <a:ext cx="480060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31152" y="4151376"/>
            <a:ext cx="438912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22592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71232" y="40050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生成回答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571232" y="4325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结合证据输出并标注来源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720840" y="5230368"/>
            <a:ext cx="4800600" cy="576072"/>
          </a:xfrm>
          <a:prstGeom prst="roundRect">
            <a:avLst>
              <a:gd name="adj" fmla="val 19048"/>
            </a:avLst>
          </a:prstGeom>
          <a:solidFill>
            <a:srgbClr val="E7F7F3"/>
          </a:solidFill>
          <a:ln w="8890">
            <a:solidFill>
              <a:srgbClr val="E7F7F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31152" y="536752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77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另一模式：大模型问答，用于知识解释与拓展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02 · 重点展示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错题不止订正：继续训练知识迁移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644652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pic>
        <p:nvPicPr>
          <p:cNvPr id="8" name="Image 0" descr="D:/Personal/Temp/codex-clipboard-c41a5e28-ebf0-4d76-8792-d33363fa43d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536192"/>
            <a:ext cx="6236208" cy="36210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53766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举一反三练习页：围绕同一知识点生成不同情境的题目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60920" y="16276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从一道错题，走完四步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406640" y="2377440"/>
            <a:ext cx="256032" cy="256032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45552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错题归集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25712" y="2331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记录错题与所属课程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534656" y="2660904"/>
            <a:ext cx="0" cy="356616"/>
          </a:xfrm>
          <a:prstGeom prst="line">
            <a:avLst/>
          </a:prstGeom>
          <a:noFill/>
          <a:ln w="15240">
            <a:solidFill>
              <a:srgbClr val="CFC4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06640" y="3163824"/>
            <a:ext cx="256032" cy="256032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45552" y="3118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定位知识点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25712" y="31181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明确问题对应的概念或方法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534656" y="3447288"/>
            <a:ext cx="0" cy="356616"/>
          </a:xfrm>
          <a:prstGeom prst="line">
            <a:avLst/>
          </a:prstGeom>
          <a:noFill/>
          <a:ln w="15240">
            <a:solidFill>
              <a:srgbClr val="CFC4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06640" y="3950208"/>
            <a:ext cx="256032" cy="256032"/>
          </a:xfrm>
          <a:prstGeom prst="ellipse">
            <a:avLst/>
          </a:prstGeom>
          <a:solidFill>
            <a:srgbClr val="35B7A5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45552" y="3904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生成变式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25712" y="39044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改变情境与问法，保留考查目标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34656" y="4233672"/>
            <a:ext cx="0" cy="356616"/>
          </a:xfrm>
          <a:prstGeom prst="line">
            <a:avLst/>
          </a:prstGeom>
          <a:noFill/>
          <a:ln w="15240">
            <a:solidFill>
              <a:srgbClr val="CFC4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06640" y="4736592"/>
            <a:ext cx="256032" cy="256032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45552" y="4690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反馈巩固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125712" y="46908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完成练习，暴露仍需加强之处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60920" y="5559552"/>
            <a:ext cx="4160520" cy="438912"/>
          </a:xfrm>
          <a:prstGeom prst="roundRect">
            <a:avLst>
              <a:gd name="adj" fmla="val 22917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98080" y="565099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重点：练新情境，检验是否真正掌握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StudyPath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智学研途——AI个性化学习平台</dc:title>
  <dc:subject>智慧教育作品汇报</dc:subject>
  <dc:creator>智学研途 StudyPath AI</dc:creator>
  <cp:lastModifiedBy>智学研途 StudyPath AI</cp:lastModifiedBy>
  <cp:revision>1</cp:revision>
  <dcterms:created xsi:type="dcterms:W3CDTF">2026-10-23T14:31:00Z</dcterms:created>
  <dcterms:modified xsi:type="dcterms:W3CDTF">2026-10-23T14:31:00Z</dcterms:modified>
</cp:coreProperties>
</file>