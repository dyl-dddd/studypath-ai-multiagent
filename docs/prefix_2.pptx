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669280" cy="5669280"/>
          </a:xfrm>
          <a:prstGeom prst="ellipse">
            <a:avLst/>
          </a:prstGeom>
          <a:solidFill>
            <a:srgbClr val="5637A6">
              <a:alpha val="78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108960"/>
            <a:ext cx="4389120" cy="4389120"/>
          </a:xfrm>
          <a:prstGeom prst="ellipse">
            <a:avLst/>
          </a:prstGeom>
          <a:solidFill>
            <a:srgbClr val="3AAFA0">
              <a:alpha val="30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7724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95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智慧教育与科普创作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个性化学习平台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31638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DF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让每一次提问都能回到资料，让每一道错题都成为进步的起点。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41605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879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RAG资料问答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41879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错题举一反三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4160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41879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41879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用户画像与计划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868680" cy="868680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1311"/>
            <a:ext cx="868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4320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44200" y="296704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3657600"/>
            <a:ext cx="749808" cy="749808"/>
          </a:xfrm>
          <a:prstGeom prst="ellipse">
            <a:avLst/>
          </a:prstGeom>
          <a:solidFill>
            <a:srgbClr val="35B7A5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912535"/>
            <a:ext cx="74980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05848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572000"/>
            <a:ext cx="713232" cy="713232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4814499"/>
            <a:ext cx="71323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2560320"/>
            <a:ext cx="484632" cy="29260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383280"/>
            <a:ext cx="-685800" cy="41148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749040"/>
            <a:ext cx="-457200" cy="-50292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389120"/>
            <a:ext cx="365760" cy="20116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8096" y="6153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6A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作品汇报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6153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4C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StudyPath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从“能回答”走向“会学习”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学习工具很多，但学生仍常遇到四个断点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292608" cy="292608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资料难找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课程文件分散，定位知识点耗时。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2057400"/>
            <a:ext cx="292608" cy="292608"/>
          </a:xfrm>
          <a:prstGeom prst="ellipse">
            <a:avLst/>
          </a:prstGeom>
          <a:solidFill>
            <a:srgbClr val="35B7A5"/>
          </a:solidFill>
          <a:ln w="1270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答案难核对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通用回答不一定贴合课程资料，来源不清晰。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576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错题被搁置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做完只看对错，缺少变式练习检验迁移。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657600"/>
            <a:ext cx="292608" cy="292608"/>
          </a:xfrm>
          <a:prstGeom prst="ellipse">
            <a:avLst/>
          </a:prstGeom>
          <a:solidFill>
            <a:srgbClr val="9071D6"/>
          </a:solidFill>
          <a:ln w="12700">
            <a:solidFill>
              <a:srgbClr val="9071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计划不适配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59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学习进度与薄弱点不同，统一安排不够精准。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27080" cy="713232"/>
          </a:xfrm>
          <a:prstGeom prst="roundRect">
            <a:avLst>
              <a:gd name="adj" fmla="val 20513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431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5404104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把资料、答疑、错题、知识结构与个人学习计划连成一个持续改进的学习过程。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StudyPath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subject>智慧教育作品汇报</dc:subject>
  <dc:creator>智学研途 StudyPath AI</dc:creator>
  <cp:lastModifiedBy>智学研途 StudyPath AI</cp:lastModifiedBy>
  <cp:revision>1</cp:revision>
  <dcterms:created xsi:type="dcterms:W3CDTF">2026-10-23T14:30:59Z</dcterms:created>
  <dcterms:modified xsi:type="dcterms:W3CDTF">2026-10-23T14:30:59Z</dcterms:modified>
</cp:coreProperties>
</file>